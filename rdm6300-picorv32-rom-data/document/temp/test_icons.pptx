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latin typeface="Segoe UI"/>
              </a:defRPr>
            </a:pPr>
            <a:r>
              <a:t>🌐 Test icon</a:t>
            </a:r>
          </a:p>
          <a:p>
            <a:pPr>
              <a:defRPr sz="1600">
                <a:latin typeface="Segoe UI"/>
              </a:defRPr>
            </a:pPr>
            <a:r>
              <a:t>💾 Test icon</a:t>
            </a:r>
          </a:p>
          <a:p>
            <a:pPr>
              <a:defRPr sz="1600">
                <a:latin typeface="Segoe UI"/>
              </a:defRPr>
            </a:pPr>
            <a:r>
              <a:t>🛡️ Test icon</a:t>
            </a:r>
          </a:p>
          <a:p>
            <a:pPr>
              <a:defRPr sz="1600">
                <a:latin typeface="Segoe UI"/>
              </a:defRPr>
            </a:pPr>
            <a:r>
              <a:t>⚙️ Test icon</a:t>
            </a:r>
          </a:p>
          <a:p>
            <a:pPr>
              <a:defRPr sz="1600">
                <a:latin typeface="Segoe UI"/>
              </a:defRPr>
            </a:pPr>
            <a:r>
              <a:t>🔒 Test icon</a:t>
            </a:r>
          </a:p>
          <a:p>
            <a:pPr>
              <a:defRPr sz="1600">
                <a:latin typeface="Segoe UI"/>
              </a:defRPr>
            </a:pPr>
            <a:r>
              <a:t>🚀 Test icon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